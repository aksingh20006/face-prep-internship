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18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16301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INTERNSHIP 2026  ·  BUSINESS PROCESS IMPROVEMENT  ·  PHASE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3716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Basket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Spreadsheet to Smart App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Excel-based fix into a live web application that bills customers, tracks stock, and predicts demand automatically.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39776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6301F"/>
          </a:solidFill>
          <a:ln w="12700">
            <a:solidFill>
              <a:srgbClr val="5B8C5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148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3977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quick-basket-r.onrender.com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50749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16301F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230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5468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Ayush Kumar Singh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012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(AI &amp; DS)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 ·  Flask · Python · scikit-learn  ·  Live on Render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Problem We Set Out to Solve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is a single-outlet neighbourhood grocery shop. Phase 1 (Excel) fixed the basics — Phase 2 builds it into a real app.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160520" cy="91440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7568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920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100–150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325880" y="2304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per day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907792"/>
            <a:ext cx="4160520" cy="91440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15468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999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₹2.5–3L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32588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~60 SKUs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986784"/>
            <a:ext cx="4160520" cy="914400"/>
          </a:xfrm>
          <a:prstGeom prst="roundRect">
            <a:avLst>
              <a:gd name="adj" fmla="val 7000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233672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0782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people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325880" y="4462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cashier, stock, delivery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120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3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120640" y="1828800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FBEDE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16712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4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7406640" y="2057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errors every day — hand-written totals, customer disputes</a:t>
            </a:r>
            <a:endParaRPr lang="en-US" sz="11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30632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43600" y="29535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4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2–3×</a:t>
            </a:r>
            <a:endParaRPr lang="en-US" sz="2600" dirty="0"/>
          </a:p>
        </p:txBody>
      </p:sp>
      <p:sp>
        <p:nvSpPr>
          <p:cNvPr id="26" name="Text 19"/>
          <p:cNvSpPr/>
          <p:nvPr/>
        </p:nvSpPr>
        <p:spPr>
          <a:xfrm>
            <a:off x="7406640" y="295351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stock-outs per week — nobody tracks what's sold in real time</a:t>
            </a:r>
            <a:endParaRPr lang="en-US" sz="11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3959352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943600" y="38496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4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hrs</a:t>
            </a:r>
            <a:endParaRPr lang="en-US" sz="2600" dirty="0"/>
          </a:p>
        </p:txBody>
      </p:sp>
      <p:sp>
        <p:nvSpPr>
          <p:cNvPr id="29" name="Text 21"/>
          <p:cNvSpPr/>
          <p:nvPr/>
        </p:nvSpPr>
        <p:spPr>
          <a:xfrm>
            <a:off x="7406640" y="384962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daily fixing bills and guessing stock by memory</a:t>
            </a:r>
            <a:endParaRPr lang="en-US" sz="11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4855464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943600" y="474573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34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₹15K</a:t>
            </a:r>
            <a:endParaRPr lang="en-US" sz="2600" dirty="0"/>
          </a:p>
        </p:txBody>
      </p:sp>
      <p:sp>
        <p:nvSpPr>
          <p:cNvPr id="32" name="Text 23"/>
          <p:cNvSpPr/>
          <p:nvPr/>
        </p:nvSpPr>
        <p:spPr>
          <a:xfrm>
            <a:off x="7406640" y="474573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 lost every month to the two problems above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Went Beyond Excel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1 workbook fixed billing errors and stock blindness — but it lived on one laptop and couldn't tell the owner what tomorrow would look like.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F4F1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Workbook</a:t>
            </a:r>
            <a:endParaRPr lang="en-US" sz="2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7004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6060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 the owner's laptop — not on the shop floor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3558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must manually re-enter and re-check totals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96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1056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current stock, but not what's coming next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1947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8554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 open the file at a time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263640" y="150876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E3D2B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58368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583680" y="2039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Basket Web App</a:t>
            </a:r>
            <a:endParaRPr lang="en-US" sz="2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670048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49440" y="26060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web — usable from any phone or counter device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419856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49440" y="33558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entry auto-calculates totals and updates stock instantly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16966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41056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forecasts demand for the days ahead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919472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949440" y="48554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cashier, and stock helper can all use it together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web app handles billing and stock; a scikit-learn model trained on sales history powers the demand forecast.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103120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74320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Enters a Sale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quantity, and price entered through the app's billing screen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2084832"/>
            <a:ext cx="457200" cy="457200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10312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74320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App Processes It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520440" y="333756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 auto-calculated; stock levels are updated in the database instantly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2084832"/>
            <a:ext cx="457200" cy="457200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20" name="Text 16"/>
          <p:cNvSpPr/>
          <p:nvPr/>
        </p:nvSpPr>
        <p:spPr>
          <a:xfrm>
            <a:off x="6263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103120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74320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Model Runs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263640" y="333756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 reads historical sales to predict near-term demand per item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778240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006840" y="2084832"/>
            <a:ext cx="457200" cy="457200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26" name="Text 21"/>
          <p:cNvSpPr/>
          <p:nvPr/>
        </p:nvSpPr>
        <p:spPr>
          <a:xfrm>
            <a:off x="90068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2103120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06840" y="2743200"/>
            <a:ext cx="2084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Gets the Signal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006840" y="333756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current stock, sales trends, and low-stock / reorder alerts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054096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5797296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8540496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 and stock data live in one shared database — so billing, inventory, and forecasting always agree.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App Features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 cover the day-to-day shop workflow, from ringing up a sale to spotting tomorrow's shortage.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rgbClr val="1E3D2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476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647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Billing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45920" y="222199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search or select an item, enter quantity, and the app calculates the line total and bill total automatically — no arithmetic, no disputes.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783080"/>
            <a:ext cx="658368" cy="658368"/>
          </a:xfrm>
          <a:prstGeom prst="ellipse">
            <a:avLst/>
          </a:prstGeom>
          <a:solidFill>
            <a:srgbClr val="1E3D2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9476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7647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Inventory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15200" y="222199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deducts from stock in real time, so the count on screen always matches what's actually on the shelf.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023360"/>
            <a:ext cx="658368" cy="658368"/>
          </a:xfrm>
          <a:prstGeom prst="ellipse">
            <a:avLst/>
          </a:prstGeom>
          <a:solidFill>
            <a:srgbClr val="1E3D2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18795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0050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645920" y="446227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scikit-learn model trained on past sales predicts expected demand for each item, flagging fast-movers before they run out.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1792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023360"/>
            <a:ext cx="658368" cy="658368"/>
          </a:xfrm>
          <a:prstGeom prst="ellipse">
            <a:avLst/>
          </a:prstGeom>
          <a:solidFill>
            <a:srgbClr val="1E3D2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18795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0050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Dashboard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15200" y="446227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shows current stock, recent sales, and reorder alerts — viewable from a phone, no notebook required.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Forecasting Engine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piece a spreadsheet could never do: turning sales history into a heads-up before stock runs 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423160" cy="1691640"/>
          </a:xfrm>
          <a:prstGeom prst="roundRect">
            <a:avLst>
              <a:gd name="adj" fmla="val 4324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" y="1801368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Collect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logged by item — date, quantity sold, price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2423160" cy="1691640"/>
          </a:xfrm>
          <a:prstGeom prst="roundRect">
            <a:avLst>
              <a:gd name="adj" fmla="val 4324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812" y="1801368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Learn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38328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 trains on the sales history to learn each item's demand pattern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43600" y="1600200"/>
            <a:ext cx="2423160" cy="1691640"/>
          </a:xfrm>
          <a:prstGeom prst="roundRect">
            <a:avLst>
              <a:gd name="adj" fmla="val 4324"/>
            </a:avLst>
          </a:prstGeom>
          <a:solidFill>
            <a:srgbClr val="1E3D2B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292" y="1801368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076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Predict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08076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estimates expected demand for each item over the coming days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641080" y="1600200"/>
            <a:ext cx="2423160" cy="1691640"/>
          </a:xfrm>
          <a:prstGeom prst="roundRect">
            <a:avLst>
              <a:gd name="adj" fmla="val 4324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5772" y="1801368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Alert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77824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trending toward a stock-out are flagged for reorder — before, not after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2935224" y="21031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632704" y="21031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330184" y="21031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548640" y="361188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EAF2EC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E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68680" y="41605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Biscuits accounted for over three-quarters of units sold in the reference sales week, while Brinjal sat critically low on the shelf. A static spreadsheet only shows that snapshot. The forecasting model looks at the pattern across days and tells the owner which items are likely to run out next — turning reactive restocking into planned reordering.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Map — Before vs After the App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(EXCEL / MANUAL)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(QUICK BASKET APP)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F4F1E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842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83080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picks items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EAF2E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984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783080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picks items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624328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FBEDE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2549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624328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writes bill by hand or types into a sheet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2624328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E7F3E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282549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624328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enters items in the app — total auto-calculated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3465576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FBEDE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66744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465576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checked from memory, not records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263640" y="3465576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E7F3E9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666744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0" y="3465576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deducts instantly; forecast model tracks the trend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48640" y="4306824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FBEDEB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507992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4306824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out of stock — sale lost, no warning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263640" y="4306824"/>
            <a:ext cx="5349240" cy="676656"/>
          </a:xfrm>
          <a:prstGeom prst="roundRect">
            <a:avLst>
              <a:gd name="adj" fmla="val 8108"/>
            </a:avLst>
          </a:prstGeom>
          <a:solidFill>
            <a:srgbClr val="E7F3E9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507992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58000" y="4306824"/>
            <a:ext cx="4709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 reaches the owner before it runs out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548640" y="522122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Flask · Python · scikit-learn · SQLite · HTML/CSS/JS · hosted live on Render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Estimation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effect of moving from notebook → Excel → live app, based on the original 3-day observation and one week of recorded sales.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396849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(Phase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(Phase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errors /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Stock-outs /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 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in advance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wasted daily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reduced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on counter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laptop, one 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phone, any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timing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stock-out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check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6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in advance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free-tier stack — easy for a small shop to run, and easy for one student to maintain.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1874520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862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16002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1874520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42032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542032" y="2862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serving the app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352544" y="16002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1874520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43984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443984" y="2862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model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254496" y="16002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1874520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5936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345936" y="2862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stock database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8156448" y="16002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EAF2EC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1874520"/>
            <a:ext cx="493776" cy="4937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47888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247888" y="2862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dashboard interface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0058400" y="160020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0192" y="1874520"/>
            <a:ext cx="493776" cy="49377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14984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10149840" y="2862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live hosting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48640" y="411480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1E3D2B"/>
          </a:solidFill>
          <a:ln/>
        </p:spPr>
      </p:sp>
      <p:sp>
        <p:nvSpPr>
          <p:cNvPr id="32" name="Text 24"/>
          <p:cNvSpPr/>
          <p:nvPr/>
        </p:nvSpPr>
        <p:spPr>
          <a:xfrm>
            <a:off x="868680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68680" y="47365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— Flask, scikit-learn, SQLite and Render's free tier are all no-cost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480560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student</a:t>
            </a:r>
            <a:endParaRPr lang="en-US" sz="2400" dirty="0"/>
          </a:p>
        </p:txBody>
      </p:sp>
      <p:sp>
        <p:nvSpPr>
          <p:cNvPr id="35" name="Text 27"/>
          <p:cNvSpPr/>
          <p:nvPr/>
        </p:nvSpPr>
        <p:spPr>
          <a:xfrm>
            <a:off x="4480560" y="47365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 it solo across the 4-week internship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092440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24×7</a:t>
            </a:r>
            <a:endParaRPr lang="en-US" sz="2400" dirty="0"/>
          </a:p>
        </p:txBody>
      </p:sp>
      <p:sp>
        <p:nvSpPr>
          <p:cNvPr id="37" name="Text 29"/>
          <p:cNvSpPr/>
          <p:nvPr/>
        </p:nvSpPr>
        <p:spPr>
          <a:xfrm>
            <a:off x="8092440" y="47365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reachable from any device with a browser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1E3D2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206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build covers billing, stock, and forecasting end to end. These are the logical next additions.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4767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647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Order Capture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45920" y="222199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 the ~20 daily WhatsApp delivery orders into the app instead of noting them by hand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783080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9476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7647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/ Email Alerts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315200" y="222199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low-stock alerts straight to the owner's phone, not just the dashboard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023360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18795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0050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Roles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645920" y="446227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logins for owner, cashier, and stock helper with role-based access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17920" y="37490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1E8"/>
          </a:solidFill>
          <a:ln/>
          <a:effectLst>
            <a:outerShdw blurRad="127000" dist="38100" dir="5400000" algn="bl" rotWithShape="0">
              <a:srgbClr val="1E3D2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023360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18795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00507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Multi-Branch Ready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315200" y="446227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model if Quick Basket opens a second outlet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Basket — Stock &amp; Billing App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3856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6301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5B8C5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49808" y="2606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Basket — From Spreadsheet to Smart App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" y="3337560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16301F"/>
          </a:solidFill>
          <a:ln w="12700">
            <a:solidFill>
              <a:srgbClr val="5B8C5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4930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375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app: quick-basket-r.onrender.com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9808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Ayush Kumar Singh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4828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(AI &amp; DS)  ·  Quick Basket  ·  4-Week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1203</Words>
  <Application>Microsoft Office PowerPoint</Application>
  <PresentationFormat>Widescreen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Basket — AI-Powered Stock &amp; Billing App</dc:title>
  <dc:subject>PptxGenJS Presentation</dc:subject>
  <dc:creator>Ayush Kumar Singh</dc:creator>
  <cp:lastModifiedBy>Ayush Singh</cp:lastModifiedBy>
  <cp:revision>2</cp:revision>
  <dcterms:created xsi:type="dcterms:W3CDTF">2026-06-30T22:01:03Z</dcterms:created>
  <dcterms:modified xsi:type="dcterms:W3CDTF">2026-07-05T11:59:45Z</dcterms:modified>
</cp:coreProperties>
</file>